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2B33"/>
    <a:srgbClr val="4D3875"/>
    <a:srgbClr val="5722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DE0503-5A74-4ED0-A3EB-052A4469C70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CAFE47-A9F3-4E9F-A53B-C7CD74A9A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750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CAFE47-A9F3-4E9F-A53B-C7CD74A9A8D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616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B85D-CCFA-C9B9-317A-E51D0D4E2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298BE2-5984-DC94-1062-7EC43911E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7609F-E4C8-7AF8-BD0B-0C63070E8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AA41E-B131-4182-BA48-B7507AE0852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9E863-D57B-02DB-AED3-4B467EA5F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70556-2B39-A199-7EE2-38FEF5AA4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9F894-89B7-43D1-B1DB-1F92F95289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059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0CD55-4CAA-D6CB-E15B-628B2C57A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DB658-0A2C-45A5-DD73-F02CBB5F9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4FF9A-C0CF-792F-2321-BA7F590E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AA41E-B131-4182-BA48-B7507AE0852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B706B-228C-2EA6-715F-F65BB2882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9E5A-05AA-FEFA-5F63-A430AEB8E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9F894-89B7-43D1-B1DB-1F92F95289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214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AE60D-845D-8FCE-56FF-5E1493B3B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9F792-7F16-6ABD-8DE7-24F59554B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2F43C-DE9C-C498-8A8B-67C65813A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AA41E-B131-4182-BA48-B7507AE0852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C4BB4-EEDA-82FF-83F4-8E0872ECC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8378B-18C9-6A7D-1F00-8FC688D96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9F894-89B7-43D1-B1DB-1F92F95289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993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071B5-4EE0-3338-B236-E49E5ADAB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23E97-79C5-C5A1-64E2-85C9009D2B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2A7E06-57EB-661C-D32F-1FE2B109F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647759-0E12-EFD0-07FE-D3E653EDB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AA41E-B131-4182-BA48-B7507AE0852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BF6A0-B1D2-FECA-5291-64F24C9F3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84656-A125-AC0F-95AB-034030212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9F894-89B7-43D1-B1DB-1F92F95289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283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933C4-4CC8-1DA7-E74C-7EB6EBEDE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5873D-76E7-2999-C505-36AC1262F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3EAD15-348A-82E3-631F-F991481F7D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F240DB-61A9-574B-FC13-16998BFE4D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F96308-5EF6-C859-717A-86A53AA535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4696D6-DF48-C374-3C9C-96356BA56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AA41E-B131-4182-BA48-B7507AE0852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6D6220-670D-41A3-101A-D305CF8B8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E80F7E-8969-28D3-42F0-F20D3607A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9F894-89B7-43D1-B1DB-1F92F95289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802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FEE74-C8A3-9F82-9541-1A0AB5FAD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363CCE-A524-FEE4-BF73-3C23570EF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AA41E-B131-4182-BA48-B7507AE0852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E83CBC-3CF5-E5F1-7D75-165B7A4D4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AC6038-787C-11D3-C256-5226D9847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9F894-89B7-43D1-B1DB-1F92F95289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954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8776DE-3C01-605E-097C-0486BF673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AA41E-B131-4182-BA48-B7507AE0852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F89133-F8F7-C5F9-1916-C00CC73AB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1A41B-2B5F-5689-3DD7-1B005F64C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9F894-89B7-43D1-B1DB-1F92F95289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67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49360-78D4-B7A8-19BB-0105298ED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06C67-68BC-F7ED-62B1-7F82C0D57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5C0F33-E3EE-60D9-5303-0AC56D9A9A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ADB7BB-453B-A1DE-FEF3-594555DF2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AA41E-B131-4182-BA48-B7507AE0852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2FC7C6-C987-3F30-E074-C040F7E92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4C96A2-416B-1442-1C03-BBB643E92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9F894-89B7-43D1-B1DB-1F92F95289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714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3EFE1-746F-C3B8-740D-73D9F463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F7D6CF-6D9B-141F-C8B9-9BFEF870ED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A5BDB1-A217-250F-CF78-20E772B856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F2505-563D-C882-192C-F622EBF24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AA41E-B131-4182-BA48-B7507AE0852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3CEA1-C57E-7E31-13AE-387A32939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3CFDA5-08CE-F402-7B33-B81D348C6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9F894-89B7-43D1-B1DB-1F92F95289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47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00A40-68D6-D762-4381-B665A6F41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3E24E7-C8E8-8B37-B867-A40C96C23A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54DD2-6FE5-6161-5889-4F9831735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AA41E-B131-4182-BA48-B7507AE0852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C8ACE-C844-B6E2-49C9-80E15A17E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BA6ED-0AB0-A2A3-DFF3-2879EF763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9F894-89B7-43D1-B1DB-1F92F95289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317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EDB66C-4414-71CB-1265-5BC311B38A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D90E13-7165-BD2F-B5B0-E00AA1D00F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E4074-D92A-33C7-F9DE-C3C4D04F8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AA41E-B131-4182-BA48-B7507AE0852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769DB-4A9A-5058-FBCC-3E9F3A025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77E11-477A-BDFA-9558-99A2DF8AA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9F894-89B7-43D1-B1DB-1F92F95289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79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CEFF92-2BA5-07E6-11E3-F6B4FBD36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5359E2-58AA-0558-27DC-DACDA6C38B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DAA71-A07B-0F54-AB15-2C99859ACE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4AA41E-B131-4182-BA48-B7507AE0852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4C0C0-5223-63A2-3F05-51EF305A9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FF13D-6DEE-85AF-116B-C7BF80476F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D9F894-89B7-43D1-B1DB-1F92F95289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164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72B504-5B09-76EE-19ED-4D230C6403C0}"/>
              </a:ext>
            </a:extLst>
          </p:cNvPr>
          <p:cNvSpPr txBox="1"/>
          <p:nvPr/>
        </p:nvSpPr>
        <p:spPr>
          <a:xfrm>
            <a:off x="2155851" y="316077"/>
            <a:ext cx="7880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i="1" spc="600" dirty="0">
                <a:solidFill>
                  <a:schemeClr val="bg1"/>
                </a:solidFill>
                <a:latin typeface="Daytona" panose="020F0502020204030204" pitchFamily="34" charset="0"/>
              </a:rPr>
              <a:t>Motor Sport Driver Stats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B9CDDF-C9E6-773C-B018-0F4695B1F9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89" t="41637" r="43553" b="40351"/>
          <a:stretch>
            <a:fillRect/>
          </a:stretch>
        </p:blipFill>
        <p:spPr>
          <a:xfrm>
            <a:off x="-117987" y="0"/>
            <a:ext cx="1651819" cy="1271900"/>
          </a:xfrm>
          <a:prstGeom prst="rect">
            <a:avLst/>
          </a:prstGeom>
        </p:spPr>
      </p:pic>
      <p:sp>
        <p:nvSpPr>
          <p:cNvPr id="4" name="Minus Sign 3">
            <a:extLst>
              <a:ext uri="{FF2B5EF4-FFF2-40B4-BE49-F238E27FC236}">
                <a16:creationId xmlns:a16="http://schemas.microsoft.com/office/drawing/2014/main" id="{13440623-3F18-BA27-2006-BF4FFA38AEF6}"/>
              </a:ext>
            </a:extLst>
          </p:cNvPr>
          <p:cNvSpPr/>
          <p:nvPr/>
        </p:nvSpPr>
        <p:spPr>
          <a:xfrm>
            <a:off x="10953134" y="236030"/>
            <a:ext cx="560439" cy="395747"/>
          </a:xfrm>
          <a:prstGeom prst="mathMinu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inus Sign 4">
            <a:extLst>
              <a:ext uri="{FF2B5EF4-FFF2-40B4-BE49-F238E27FC236}">
                <a16:creationId xmlns:a16="http://schemas.microsoft.com/office/drawing/2014/main" id="{398B4B3C-7254-5FD6-8F7D-7A490AC691A5}"/>
              </a:ext>
            </a:extLst>
          </p:cNvPr>
          <p:cNvSpPr/>
          <p:nvPr/>
        </p:nvSpPr>
        <p:spPr>
          <a:xfrm>
            <a:off x="10953135" y="399699"/>
            <a:ext cx="560439" cy="395747"/>
          </a:xfrm>
          <a:prstGeom prst="mathMinu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Minus Sign 5">
            <a:extLst>
              <a:ext uri="{FF2B5EF4-FFF2-40B4-BE49-F238E27FC236}">
                <a16:creationId xmlns:a16="http://schemas.microsoft.com/office/drawing/2014/main" id="{C67EC4C9-EA69-ED34-5F47-2A43425FA3CD}"/>
              </a:ext>
            </a:extLst>
          </p:cNvPr>
          <p:cNvSpPr/>
          <p:nvPr/>
        </p:nvSpPr>
        <p:spPr>
          <a:xfrm>
            <a:off x="10953135" y="563368"/>
            <a:ext cx="560439" cy="395747"/>
          </a:xfrm>
          <a:prstGeom prst="mathMinu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721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95E02E2-537A-F020-3970-EDDFF6FDA1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89" t="41637" r="43553" b="40351"/>
          <a:stretch>
            <a:fillRect/>
          </a:stretch>
        </p:blipFill>
        <p:spPr>
          <a:xfrm>
            <a:off x="-117987" y="0"/>
            <a:ext cx="1651819" cy="12719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06F7124-D67C-51DD-5947-1A2ADD0D6ED1}"/>
              </a:ext>
            </a:extLst>
          </p:cNvPr>
          <p:cNvSpPr txBox="1"/>
          <p:nvPr/>
        </p:nvSpPr>
        <p:spPr>
          <a:xfrm>
            <a:off x="2723535" y="312784"/>
            <a:ext cx="6744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i="1" spc="600" dirty="0">
                <a:solidFill>
                  <a:schemeClr val="bg1"/>
                </a:solidFill>
                <a:latin typeface="Daytona" panose="020F0502020204030204" pitchFamily="34" charset="0"/>
              </a:rPr>
              <a:t>Formula One Drivers</a:t>
            </a:r>
          </a:p>
        </p:txBody>
      </p:sp>
      <p:sp>
        <p:nvSpPr>
          <p:cNvPr id="16" name="Minus Sign 15">
            <a:extLst>
              <a:ext uri="{FF2B5EF4-FFF2-40B4-BE49-F238E27FC236}">
                <a16:creationId xmlns:a16="http://schemas.microsoft.com/office/drawing/2014/main" id="{43EF04A3-7DF0-0FE9-013D-B7EE840AD47E}"/>
              </a:ext>
            </a:extLst>
          </p:cNvPr>
          <p:cNvSpPr/>
          <p:nvPr/>
        </p:nvSpPr>
        <p:spPr>
          <a:xfrm>
            <a:off x="10953134" y="236030"/>
            <a:ext cx="560439" cy="395747"/>
          </a:xfrm>
          <a:prstGeom prst="mathMinu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inus Sign 16">
            <a:extLst>
              <a:ext uri="{FF2B5EF4-FFF2-40B4-BE49-F238E27FC236}">
                <a16:creationId xmlns:a16="http://schemas.microsoft.com/office/drawing/2014/main" id="{2A355C4F-A6A9-F69B-F4D4-10D967CFF806}"/>
              </a:ext>
            </a:extLst>
          </p:cNvPr>
          <p:cNvSpPr/>
          <p:nvPr/>
        </p:nvSpPr>
        <p:spPr>
          <a:xfrm>
            <a:off x="10953135" y="399699"/>
            <a:ext cx="560439" cy="395747"/>
          </a:xfrm>
          <a:prstGeom prst="mathMinu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inus Sign 17">
            <a:extLst>
              <a:ext uri="{FF2B5EF4-FFF2-40B4-BE49-F238E27FC236}">
                <a16:creationId xmlns:a16="http://schemas.microsoft.com/office/drawing/2014/main" id="{0E0A5ECA-3BE8-2965-86EE-28A9C367EBB4}"/>
              </a:ext>
            </a:extLst>
          </p:cNvPr>
          <p:cNvSpPr/>
          <p:nvPr/>
        </p:nvSpPr>
        <p:spPr>
          <a:xfrm>
            <a:off x="10953135" y="563368"/>
            <a:ext cx="560439" cy="395747"/>
          </a:xfrm>
          <a:prstGeom prst="mathMinu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7AC5138-DF28-996C-426E-25C0D953AE39}"/>
              </a:ext>
            </a:extLst>
          </p:cNvPr>
          <p:cNvSpPr/>
          <p:nvPr/>
        </p:nvSpPr>
        <p:spPr>
          <a:xfrm>
            <a:off x="2558845" y="1093542"/>
            <a:ext cx="7074309" cy="356716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2" name="Graphic 21" descr="Magnifying glass with solid fill">
            <a:extLst>
              <a:ext uri="{FF2B5EF4-FFF2-40B4-BE49-F238E27FC236}">
                <a16:creationId xmlns:a16="http://schemas.microsoft.com/office/drawing/2014/main" id="{1D498802-A570-5EEC-2F4F-54564DE178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01412" y="1131790"/>
            <a:ext cx="280219" cy="280219"/>
          </a:xfrm>
          <a:prstGeom prst="rect">
            <a:avLst/>
          </a:prstGeom>
        </p:spPr>
      </p:pic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974CEEAC-789F-4813-CBB8-F09A736F960E}"/>
              </a:ext>
            </a:extLst>
          </p:cNvPr>
          <p:cNvSpPr/>
          <p:nvPr/>
        </p:nvSpPr>
        <p:spPr>
          <a:xfrm rot="10800000">
            <a:off x="9296402" y="1194704"/>
            <a:ext cx="172063" cy="15438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5AC469F-5E36-EC6B-F5BE-AAB2D47765C6}"/>
              </a:ext>
            </a:extLst>
          </p:cNvPr>
          <p:cNvSpPr/>
          <p:nvPr/>
        </p:nvSpPr>
        <p:spPr>
          <a:xfrm>
            <a:off x="945126" y="1720645"/>
            <a:ext cx="10301746" cy="1406013"/>
          </a:xfrm>
          <a:prstGeom prst="rect">
            <a:avLst/>
          </a:prstGeom>
          <a:solidFill>
            <a:srgbClr val="4D38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3BDA04B-220F-C47C-EB6B-AC872E773A94}"/>
              </a:ext>
            </a:extLst>
          </p:cNvPr>
          <p:cNvSpPr/>
          <p:nvPr/>
        </p:nvSpPr>
        <p:spPr>
          <a:xfrm>
            <a:off x="931607" y="3429000"/>
            <a:ext cx="10301746" cy="1406013"/>
          </a:xfrm>
          <a:prstGeom prst="rect">
            <a:avLst/>
          </a:prstGeom>
          <a:solidFill>
            <a:srgbClr val="5722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F40877F-E517-5E93-21B7-F8B44CCA3C6A}"/>
              </a:ext>
            </a:extLst>
          </p:cNvPr>
          <p:cNvSpPr/>
          <p:nvPr/>
        </p:nvSpPr>
        <p:spPr>
          <a:xfrm>
            <a:off x="945126" y="5137355"/>
            <a:ext cx="10301746" cy="1406013"/>
          </a:xfrm>
          <a:prstGeom prst="rect">
            <a:avLst/>
          </a:prstGeom>
          <a:solidFill>
            <a:srgbClr val="4D38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Margarida se odvázala. Láska šampiona formule 1 Norrise ukázala své  dokonalé tělo">
            <a:extLst>
              <a:ext uri="{FF2B5EF4-FFF2-40B4-BE49-F238E27FC236}">
                <a16:creationId xmlns:a16="http://schemas.microsoft.com/office/drawing/2014/main" id="{F895E38D-1362-3BA1-7DDA-416650EAA4C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3859" r="21403"/>
          <a:stretch>
            <a:fillRect/>
          </a:stretch>
        </p:blipFill>
        <p:spPr>
          <a:xfrm>
            <a:off x="958647" y="1714351"/>
            <a:ext cx="1376121" cy="1414164"/>
          </a:xfrm>
          <a:prstGeom prst="rect">
            <a:avLst/>
          </a:prstGeom>
        </p:spPr>
      </p:pic>
      <p:pic>
        <p:nvPicPr>
          <p:cNvPr id="28" name="Picture 27" descr="Max Verstappen drives a masterclass in ...">
            <a:extLst>
              <a:ext uri="{FF2B5EF4-FFF2-40B4-BE49-F238E27FC236}">
                <a16:creationId xmlns:a16="http://schemas.microsoft.com/office/drawing/2014/main" id="{76A19441-246F-B9B5-09F5-F8CA82682F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607" y="3430858"/>
            <a:ext cx="1499173" cy="1402244"/>
          </a:xfrm>
          <a:prstGeom prst="rect">
            <a:avLst/>
          </a:prstGeom>
        </p:spPr>
      </p:pic>
      <p:pic>
        <p:nvPicPr>
          <p:cNvPr id="29" name="Picture 28" descr="Oscar Piastri wird als WM-Leader aus ...">
            <a:extLst>
              <a:ext uri="{FF2B5EF4-FFF2-40B4-BE49-F238E27FC236}">
                <a16:creationId xmlns:a16="http://schemas.microsoft.com/office/drawing/2014/main" id="{D60D8E59-C671-B8A1-2FDF-6F71E87682D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41143"/>
          <a:stretch>
            <a:fillRect/>
          </a:stretch>
        </p:blipFill>
        <p:spPr>
          <a:xfrm>
            <a:off x="951927" y="5135498"/>
            <a:ext cx="1478853" cy="140707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4361F354-5D0E-F0E0-0C88-416C2921A85C}"/>
              </a:ext>
            </a:extLst>
          </p:cNvPr>
          <p:cNvSpPr txBox="1"/>
          <p:nvPr/>
        </p:nvSpPr>
        <p:spPr>
          <a:xfrm>
            <a:off x="2430780" y="1764797"/>
            <a:ext cx="8686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kern="140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Lando Norris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40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Brief driver description/history here that will take at least the full length of this box to make it look nice blah.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40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Stat one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40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Stat two</a:t>
            </a:r>
            <a:endParaRPr lang="en-US" sz="1100" kern="1400" dirty="0">
              <a:solidFill>
                <a:schemeClr val="bg1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865E2D-0771-B7D3-3C8F-0206699DF48E}"/>
              </a:ext>
            </a:extLst>
          </p:cNvPr>
          <p:cNvSpPr txBox="1"/>
          <p:nvPr/>
        </p:nvSpPr>
        <p:spPr>
          <a:xfrm>
            <a:off x="2430780" y="5187601"/>
            <a:ext cx="8686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kern="140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Oscar </a:t>
            </a:r>
            <a:r>
              <a:rPr lang="en-US" sz="2800" kern="1400" dirty="0" err="1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Piastri</a:t>
            </a:r>
            <a:endParaRPr lang="en-US" sz="2800" kern="1400" dirty="0">
              <a:solidFill>
                <a:schemeClr val="bg1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40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Brief driver description/history here that will take at least the full length of this box to make it look nice blah.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40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Stat one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40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Stat two</a:t>
            </a:r>
            <a:endParaRPr lang="en-US" sz="1100" kern="1400" dirty="0">
              <a:solidFill>
                <a:schemeClr val="bg1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C11659-D695-9BA6-3F2D-3842A7F2DD27}"/>
              </a:ext>
            </a:extLst>
          </p:cNvPr>
          <p:cNvSpPr txBox="1"/>
          <p:nvPr/>
        </p:nvSpPr>
        <p:spPr>
          <a:xfrm>
            <a:off x="2430780" y="3438136"/>
            <a:ext cx="8686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kern="140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Max Verstappen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40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Brief driver description/history here that will take at least the full length of this box to make it look nice blah.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40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Stat one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40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Stat two</a:t>
            </a:r>
            <a:endParaRPr lang="en-US" sz="1100" kern="1400" dirty="0">
              <a:solidFill>
                <a:schemeClr val="bg1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18272EB3-2153-50D9-050F-2777ABE84364}"/>
              </a:ext>
            </a:extLst>
          </p:cNvPr>
          <p:cNvSpPr/>
          <p:nvPr/>
        </p:nvSpPr>
        <p:spPr>
          <a:xfrm rot="10800000">
            <a:off x="11000328" y="2915063"/>
            <a:ext cx="172063" cy="154389"/>
          </a:xfrm>
          <a:prstGeom prst="triangl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3654A3A5-A1B2-0132-64D5-0E29C794D15E}"/>
              </a:ext>
            </a:extLst>
          </p:cNvPr>
          <p:cNvSpPr/>
          <p:nvPr/>
        </p:nvSpPr>
        <p:spPr>
          <a:xfrm rot="10800000">
            <a:off x="11000328" y="4641048"/>
            <a:ext cx="172063" cy="154389"/>
          </a:xfrm>
          <a:prstGeom prst="triangl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7463354F-E555-EE91-ED37-76B61C2FAE95}"/>
              </a:ext>
            </a:extLst>
          </p:cNvPr>
          <p:cNvSpPr/>
          <p:nvPr/>
        </p:nvSpPr>
        <p:spPr>
          <a:xfrm rot="10800000">
            <a:off x="11000328" y="6332763"/>
            <a:ext cx="172063" cy="154389"/>
          </a:xfrm>
          <a:prstGeom prst="triangl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79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98</Words>
  <Application>Microsoft Office PowerPoint</Application>
  <PresentationFormat>Widescreen</PresentationFormat>
  <Paragraphs>15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ADLaM Display</vt:lpstr>
      <vt:lpstr>Aptos</vt:lpstr>
      <vt:lpstr>Aptos Display</vt:lpstr>
      <vt:lpstr>Arial</vt:lpstr>
      <vt:lpstr>Daytona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Makayla Hansen</dc:creator>
  <cp:lastModifiedBy>Makayla Hansen</cp:lastModifiedBy>
  <cp:revision>2</cp:revision>
  <dcterms:created xsi:type="dcterms:W3CDTF">2026-02-05T16:19:38Z</dcterms:created>
  <dcterms:modified xsi:type="dcterms:W3CDTF">2026-02-09T18:01:09Z</dcterms:modified>
</cp:coreProperties>
</file>